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87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2027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5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0E3D22"/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5029200"/>
            <a:ext cx="3657600" cy="3657600"/>
          </a:xfrm>
          <a:prstGeom prst="ellipse">
            <a:avLst/>
          </a:prstGeom>
          <a:solidFill>
            <a:srgbClr val="0E3D22"/>
          </a:solidFill>
          <a:ln/>
        </p:spPr>
      </p:sp>
      <p:pic>
        <p:nvPicPr>
          <p:cNvPr id="4" name="Image 0" descr="brand_icons/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1417320"/>
            <a:ext cx="2048256" cy="1508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32461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توصيل ذكية من السوبرماركت إلى باب البيت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794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166360" y="4434840"/>
            <a:ext cx="182880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55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 والحل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4" name="Image 0" descr="brand_icons/logo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200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280160"/>
            <a:ext cx="5394960" cy="5029200"/>
          </a:xfrm>
          <a:prstGeom prst="roundRect">
            <a:avLst>
              <a:gd name="adj" fmla="val 2182"/>
            </a:avLst>
          </a:prstGeom>
          <a:solidFill>
            <a:srgbClr val="F7E9E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5087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831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074920" y="2057400"/>
            <a:ext cx="310896" cy="310896"/>
          </a:xfrm>
          <a:prstGeom prst="ellipse">
            <a:avLst/>
          </a:prstGeom>
          <a:solidFill>
            <a:srgbClr val="83184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07492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غياب الوضوح داخل المحل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44144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الزبون ما بعرف وين المنتج بالضبط داخل السوبرماركت، فبيضيع وقته بالبحث.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74920" y="3355848"/>
            <a:ext cx="310896" cy="310896"/>
          </a:xfrm>
          <a:prstGeom prst="ellipse">
            <a:avLst/>
          </a:prstGeom>
          <a:solidFill>
            <a:srgbClr val="83184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7492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310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 الأونلاين معقّد أو غير متوفر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739896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معظم السوبرماركتات ما عندها طريقة سهلة وسريعة لتقديم طلب أونلاين للزبون.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74920" y="4654296"/>
            <a:ext cx="310896" cy="310896"/>
          </a:xfrm>
          <a:prstGeom prst="ellipse">
            <a:avLst/>
          </a:prstGeom>
          <a:solidFill>
            <a:srgbClr val="83184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74920" y="4654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6085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التوصيل غير موثوق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503834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في ربط مباشر وواضح بين طلب الزبون وجهة توصيل موثوقة توصله للبيت.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17920" y="1280160"/>
            <a:ext cx="5394960" cy="5029200"/>
          </a:xfrm>
          <a:prstGeom prst="roundRect">
            <a:avLst>
              <a:gd name="adj" fmla="val 2182"/>
            </a:avLst>
          </a:prstGeom>
          <a:solidFill>
            <a:srgbClr val="EAF2E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583680" y="15087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155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 — دوّر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10744200" y="2057400"/>
            <a:ext cx="310896" cy="310896"/>
          </a:xfrm>
          <a:prstGeom prst="ellipse">
            <a:avLst/>
          </a:prstGeom>
          <a:solidFill>
            <a:srgbClr val="15532E"/>
          </a:solidFill>
          <a:ln/>
        </p:spPr>
      </p:sp>
      <p:pic>
        <p:nvPicPr>
          <p:cNvPr id="22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8208" y="2121408"/>
            <a:ext cx="182880" cy="18288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58368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خرائط داخلية للمنتجات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6583680" y="244144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المنصة بتوضح مكان كل غرض داخل السوبرماركت، فيوصله الزبون بسرعة.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10744200" y="3355848"/>
            <a:ext cx="310896" cy="310896"/>
          </a:xfrm>
          <a:prstGeom prst="ellipse">
            <a:avLst/>
          </a:prstGeom>
          <a:solidFill>
            <a:srgbClr val="15532E"/>
          </a:solidFill>
          <a:ln/>
        </p:spPr>
      </p:sp>
      <p:pic>
        <p:nvPicPr>
          <p:cNvPr id="26" name="Image 2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8208" y="3419856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583680" y="3310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 أونلاين مباشر من التاجر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6583680" y="3739896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التاجر بعرض منتجاته وأسعاره، والزبون بختار ويرسل طلبه بضغطة زر.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10744200" y="4654296"/>
            <a:ext cx="310896" cy="310896"/>
          </a:xfrm>
          <a:prstGeom prst="ellipse">
            <a:avLst/>
          </a:prstGeom>
          <a:solidFill>
            <a:srgbClr val="15532E"/>
          </a:solidFill>
          <a:ln/>
        </p:spPr>
      </p:sp>
      <p:pic>
        <p:nvPicPr>
          <p:cNvPr id="30" name="Image 3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8208" y="4718304"/>
            <a:ext cx="182880" cy="18288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583680" y="46085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توصيل موثوق عبر ديلفري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6583680" y="503834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 بينربط تلقائياً بخدمة ديلفري لتوصيله للبيت بسرعة وأمان.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55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آلية عمل المنصة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4" name="Image 0" descr="brand_icons/logo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200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508760"/>
            <a:ext cx="2651760" cy="4160520"/>
          </a:xfrm>
          <a:prstGeom prst="roundRect">
            <a:avLst>
              <a:gd name="adj" fmla="val 3448"/>
            </a:avLst>
          </a:prstGeom>
          <a:solidFill>
            <a:srgbClr val="F7F5F3"/>
          </a:solidFill>
          <a:ln/>
        </p:spPr>
      </p:sp>
      <p:sp>
        <p:nvSpPr>
          <p:cNvPr id="6" name="Shape 3"/>
          <p:cNvSpPr/>
          <p:nvPr/>
        </p:nvSpPr>
        <p:spPr>
          <a:xfrm>
            <a:off x="1554480" y="1828800"/>
            <a:ext cx="914400" cy="914400"/>
          </a:xfrm>
          <a:prstGeom prst="ellipse">
            <a:avLst/>
          </a:prstGeom>
          <a:solidFill>
            <a:srgbClr val="15532E"/>
          </a:solidFill>
          <a:ln/>
        </p:spPr>
      </p:sp>
      <p:pic>
        <p:nvPicPr>
          <p:cNvPr id="7" name="Image 1" descr="icons/c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2011680"/>
            <a:ext cx="548640" cy="5486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5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971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معلومات التاجر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37033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التاجر يعرض منتجاته وأسعاره على المنصة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474720" y="1508760"/>
            <a:ext cx="2651760" cy="4160520"/>
          </a:xfrm>
          <a:prstGeom prst="roundRect">
            <a:avLst>
              <a:gd name="adj" fmla="val 3448"/>
            </a:avLst>
          </a:prstGeom>
          <a:solidFill>
            <a:srgbClr val="F7F5F3"/>
          </a:solidFill>
          <a:ln/>
        </p:spPr>
      </p:sp>
      <p:sp>
        <p:nvSpPr>
          <p:cNvPr id="12" name="Shape 8"/>
          <p:cNvSpPr/>
          <p:nvPr/>
        </p:nvSpPr>
        <p:spPr>
          <a:xfrm>
            <a:off x="4343400" y="1828800"/>
            <a:ext cx="914400" cy="914400"/>
          </a:xfrm>
          <a:prstGeom prst="ellipse">
            <a:avLst/>
          </a:prstGeom>
          <a:solidFill>
            <a:srgbClr val="831842"/>
          </a:solidFill>
          <a:ln/>
        </p:spPr>
      </p:sp>
      <p:pic>
        <p:nvPicPr>
          <p:cNvPr id="13" name="Image 2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20116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1188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31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3611880" y="2971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 أونلاين</a:t>
            </a:r>
            <a:endParaRPr lang="en-US" sz="1550" dirty="0"/>
          </a:p>
        </p:txBody>
      </p:sp>
      <p:sp>
        <p:nvSpPr>
          <p:cNvPr id="16" name="Text 11"/>
          <p:cNvSpPr txBox="1"/>
          <p:nvPr/>
        </p:nvSpPr>
        <p:spPr>
          <a:xfrm>
            <a:off x="3657600" y="37033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الزبون يختار الأغراض ويرسل طلب مباشر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263640" y="1508760"/>
            <a:ext cx="2651760" cy="4160520"/>
          </a:xfrm>
          <a:prstGeom prst="roundRect">
            <a:avLst>
              <a:gd name="adj" fmla="val 3448"/>
            </a:avLst>
          </a:prstGeom>
          <a:solidFill>
            <a:srgbClr val="F7F5F3"/>
          </a:solidFill>
          <a:ln/>
        </p:spPr>
      </p:sp>
      <p:sp>
        <p:nvSpPr>
          <p:cNvPr id="18" name="Shape 13"/>
          <p:cNvSpPr/>
          <p:nvPr/>
        </p:nvSpPr>
        <p:spPr>
          <a:xfrm>
            <a:off x="7132320" y="1828800"/>
            <a:ext cx="914400" cy="9144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9" name="Image 3" descr="icons/mapp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201168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40080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6400800" y="2971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أماكن الأغراض</a:t>
            </a:r>
            <a:endParaRPr lang="en-US" sz="1550" dirty="0"/>
          </a:p>
        </p:txBody>
      </p:sp>
      <p:sp>
        <p:nvSpPr>
          <p:cNvPr id="22" name="Text 16"/>
          <p:cNvSpPr txBox="1"/>
          <p:nvPr/>
        </p:nvSpPr>
        <p:spPr>
          <a:xfrm>
            <a:off x="6446520" y="37033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توضيح موقع كل منتج داخل السوبرماركت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9052560" y="1508760"/>
            <a:ext cx="2651760" cy="4160520"/>
          </a:xfrm>
          <a:prstGeom prst="roundRect">
            <a:avLst>
              <a:gd name="adj" fmla="val 3448"/>
            </a:avLst>
          </a:prstGeom>
          <a:solidFill>
            <a:srgbClr val="F7F5F3"/>
          </a:solidFill>
          <a:ln/>
        </p:spPr>
      </p:sp>
      <p:sp>
        <p:nvSpPr>
          <p:cNvPr id="24" name="Shape 18"/>
          <p:cNvSpPr/>
          <p:nvPr/>
        </p:nvSpPr>
        <p:spPr>
          <a:xfrm>
            <a:off x="9921240" y="1828800"/>
            <a:ext cx="914400" cy="914400"/>
          </a:xfrm>
          <a:prstGeom prst="ellipse">
            <a:avLst/>
          </a:prstGeom>
          <a:solidFill>
            <a:srgbClr val="15532E"/>
          </a:solidFill>
          <a:ln/>
        </p:spPr>
      </p:sp>
      <p:pic>
        <p:nvPicPr>
          <p:cNvPr id="25" name="Image 4" descr="icons/tru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4120" y="2011680"/>
            <a:ext cx="548640" cy="5486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18972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5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9189720" y="2971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التوصيل عبر ديلفري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9235440" y="37033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 يوصل للبيت بشكل سريع وموثوق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55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الهوية البصرية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4" name="Image 0" descr="brand_icons/logo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200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4114800" cy="4937760"/>
          </a:xfrm>
          <a:prstGeom prst="roundRect">
            <a:avLst>
              <a:gd name="adj" fmla="val 2667"/>
            </a:avLst>
          </a:prstGeom>
          <a:solidFill>
            <a:srgbClr val="15532E"/>
          </a:solidFill>
          <a:ln/>
        </p:spPr>
      </p:sp>
      <p:pic>
        <p:nvPicPr>
          <p:cNvPr id="6" name="Image 1" descr="brand_icons/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1920240"/>
            <a:ext cx="2331720" cy="17190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1440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شعار يجمع بين البحث والحركة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44348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DCEF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أيقونة عدسة البحث داخل الاسم تعكس فكرة "دوّر" على اللي بدك ياه بسهولة.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029200" y="1463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الألوان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10332720" y="205740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15532E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0241280" y="3383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أخضر أساسي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0241280" y="36758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التاجر / العمل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714232" y="205740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83184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622792" y="3383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عنابي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622792" y="36758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الزبون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095744" y="205740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D9A44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004304" y="3383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ذهبي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004304" y="36758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أزرار وتنبيهات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477256" y="205740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F7F5F3"/>
          </a:solidFill>
          <a:ln w="12700">
            <a:solidFill>
              <a:srgbClr val="E3DFD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385816" y="3383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كريمي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5385816" y="36758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خلفيات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029200" y="4297680"/>
            <a:ext cx="3154680" cy="1783080"/>
          </a:xfrm>
          <a:prstGeom prst="roundRect">
            <a:avLst>
              <a:gd name="adj" fmla="val 5128"/>
            </a:avLst>
          </a:prstGeom>
          <a:solidFill>
            <a:srgbClr val="EAF2ED"/>
          </a:solidFill>
          <a:ln/>
        </p:spPr>
      </p:sp>
      <p:sp>
        <p:nvSpPr>
          <p:cNvPr id="23" name="Shape 19"/>
          <p:cNvSpPr/>
          <p:nvPr/>
        </p:nvSpPr>
        <p:spPr>
          <a:xfrm>
            <a:off x="7635240" y="4572000"/>
            <a:ext cx="502920" cy="502920"/>
          </a:xfrm>
          <a:prstGeom prst="ellipse">
            <a:avLst/>
          </a:prstGeom>
          <a:solidFill>
            <a:srgbClr val="15532E"/>
          </a:solidFill>
          <a:ln/>
        </p:spPr>
      </p:sp>
      <p:pic>
        <p:nvPicPr>
          <p:cNvPr id="24" name="Image 2" descr="icons/c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824" y="4672584"/>
            <a:ext cx="301752" cy="30175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212080" y="5074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55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 تاجر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5212080" y="5440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منتجات وإدارة طلبات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366760" y="4297680"/>
            <a:ext cx="3154680" cy="1783080"/>
          </a:xfrm>
          <a:prstGeom prst="roundRect">
            <a:avLst>
              <a:gd name="adj" fmla="val 5128"/>
            </a:avLst>
          </a:prstGeom>
          <a:solidFill>
            <a:srgbClr val="F7E9EF"/>
          </a:solidFill>
          <a:ln/>
        </p:spPr>
      </p:sp>
      <p:sp>
        <p:nvSpPr>
          <p:cNvPr id="28" name="Shape 23"/>
          <p:cNvSpPr/>
          <p:nvPr/>
        </p:nvSpPr>
        <p:spPr>
          <a:xfrm>
            <a:off x="10972800" y="4572000"/>
            <a:ext cx="502920" cy="502920"/>
          </a:xfrm>
          <a:prstGeom prst="ellipse">
            <a:avLst/>
          </a:prstGeom>
          <a:solidFill>
            <a:srgbClr val="831842"/>
          </a:solidFill>
          <a:ln/>
        </p:spPr>
      </p:sp>
      <p:pic>
        <p:nvPicPr>
          <p:cNvPr id="29" name="Image 3" descr="icons/user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3384" y="4672584"/>
            <a:ext cx="301752" cy="301752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549640" y="5074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31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 زبون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8549640" y="5440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تصفح وطلب وتتبّع التوصيل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55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UX/UI — من التطبيق الفعلي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4" name="Image 0" descr="brand_icons/logo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200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1847088" cy="4892040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621792" y="1490472"/>
            <a:ext cx="1700784" cy="73152"/>
          </a:xfrm>
          <a:prstGeom prst="roundRect">
            <a:avLst>
              <a:gd name="adj" fmla="val 50000"/>
            </a:avLst>
          </a:prstGeom>
          <a:solidFill>
            <a:srgbClr val="15532E"/>
          </a:solidFill>
          <a:ln/>
        </p:spPr>
      </p:sp>
      <p:pic>
        <p:nvPicPr>
          <p:cNvPr id="7" name="Image 1" descr="/mnt/user-data/uploads/1788075983333_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8368" y="1673352"/>
            <a:ext cx="1627632" cy="4114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94360" y="58521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الدخول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478024" y="1417320"/>
            <a:ext cx="1847088" cy="4892040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2551176" y="1490472"/>
            <a:ext cx="1700784" cy="7315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pic>
        <p:nvPicPr>
          <p:cNvPr id="11" name="Image 2" descr="/mnt/user-data/uploads/1788075965740_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587752" y="1673352"/>
            <a:ext cx="1627632" cy="41148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523744" y="58521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نوع الحساب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407408" y="1417320"/>
            <a:ext cx="1847088" cy="4892040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</p:spPr>
      </p:sp>
      <p:sp>
        <p:nvSpPr>
          <p:cNvPr id="14" name="Shape 9"/>
          <p:cNvSpPr/>
          <p:nvPr/>
        </p:nvSpPr>
        <p:spPr>
          <a:xfrm>
            <a:off x="4480560" y="1490472"/>
            <a:ext cx="1700784" cy="73152"/>
          </a:xfrm>
          <a:prstGeom prst="roundRect">
            <a:avLst>
              <a:gd name="adj" fmla="val 50000"/>
            </a:avLst>
          </a:prstGeom>
          <a:solidFill>
            <a:srgbClr val="15532E"/>
          </a:solidFill>
          <a:ln/>
        </p:spPr>
      </p:sp>
      <p:pic>
        <p:nvPicPr>
          <p:cNvPr id="15" name="Image 3" descr="/mnt/user-data/uploads/1788075968391_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17136" y="1673352"/>
            <a:ext cx="1627632" cy="41148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453128" y="58521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حساب تاجر — ١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6336792" y="1417320"/>
            <a:ext cx="1847088" cy="4892040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</p:spPr>
      </p:sp>
      <p:sp>
        <p:nvSpPr>
          <p:cNvPr id="18" name="Shape 12"/>
          <p:cNvSpPr/>
          <p:nvPr/>
        </p:nvSpPr>
        <p:spPr>
          <a:xfrm>
            <a:off x="6409944" y="1490472"/>
            <a:ext cx="1700784" cy="73152"/>
          </a:xfrm>
          <a:prstGeom prst="roundRect">
            <a:avLst>
              <a:gd name="adj" fmla="val 50000"/>
            </a:avLst>
          </a:prstGeom>
          <a:solidFill>
            <a:srgbClr val="15532E"/>
          </a:solidFill>
          <a:ln/>
        </p:spPr>
      </p:sp>
      <p:pic>
        <p:nvPicPr>
          <p:cNvPr id="19" name="Image 4" descr="/mnt/user-data/uploads/1788075971425_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46520" y="1673352"/>
            <a:ext cx="1627632" cy="41148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382512" y="58521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حساب تاجر — ٢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8266176" y="1417320"/>
            <a:ext cx="1847088" cy="4892040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</p:spPr>
      </p:sp>
      <p:sp>
        <p:nvSpPr>
          <p:cNvPr id="22" name="Shape 15"/>
          <p:cNvSpPr/>
          <p:nvPr/>
        </p:nvSpPr>
        <p:spPr>
          <a:xfrm>
            <a:off x="8339328" y="1490472"/>
            <a:ext cx="1700784" cy="73152"/>
          </a:xfrm>
          <a:prstGeom prst="roundRect">
            <a:avLst>
              <a:gd name="adj" fmla="val 50000"/>
            </a:avLst>
          </a:prstGeom>
          <a:solidFill>
            <a:srgbClr val="831842"/>
          </a:solidFill>
          <a:ln/>
        </p:spPr>
      </p:sp>
      <p:pic>
        <p:nvPicPr>
          <p:cNvPr id="23" name="Image 5" descr="/mnt/user-data/uploads/1788075972821_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75904" y="1673352"/>
            <a:ext cx="1627632" cy="41148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311896" y="58521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حساب زبون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10195560" y="1417320"/>
            <a:ext cx="1847088" cy="4892040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</p:spPr>
      </p:sp>
      <p:sp>
        <p:nvSpPr>
          <p:cNvPr id="26" name="Shape 18"/>
          <p:cNvSpPr/>
          <p:nvPr/>
        </p:nvSpPr>
        <p:spPr>
          <a:xfrm>
            <a:off x="10268712" y="1490472"/>
            <a:ext cx="1700784" cy="7315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pic>
        <p:nvPicPr>
          <p:cNvPr id="27" name="Image 6" descr="/mnt/user-data/uploads/1788075980362_image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305288" y="1673352"/>
            <a:ext cx="1627632" cy="41148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0241280" y="58521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استعادة كلمة المرور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55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الإنجازات — السبرنت الأول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4" name="Image 0" descr="brand_icons/logo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200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515600" y="1819656"/>
            <a:ext cx="640080" cy="640080"/>
          </a:xfrm>
          <a:prstGeom prst="ellipse">
            <a:avLst/>
          </a:prstGeom>
          <a:solidFill>
            <a:srgbClr val="15532E"/>
          </a:solidFill>
          <a:ln/>
        </p:spPr>
      </p:sp>
      <p:pic>
        <p:nvPicPr>
          <p:cNvPr id="6" name="Image 1" descr="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28" y="1929384"/>
            <a:ext cx="420624" cy="42062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554480"/>
            <a:ext cx="9784080" cy="1170432"/>
          </a:xfrm>
          <a:prstGeom prst="roundRect">
            <a:avLst>
              <a:gd name="adj" fmla="val 7813"/>
            </a:avLst>
          </a:prstGeom>
          <a:solidFill>
            <a:srgbClr val="F7F5F3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914400" y="166420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(المصادقة)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084832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نظام تسجيل الدخول والتحقق من هوية المستخدم بشكل آمن.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10515600" y="3063240"/>
            <a:ext cx="640080" cy="640080"/>
          </a:xfrm>
          <a:prstGeom prst="ellipse">
            <a:avLst/>
          </a:prstGeom>
          <a:solidFill>
            <a:srgbClr val="831842"/>
          </a:solidFill>
          <a:ln/>
        </p:spPr>
      </p:sp>
      <p:pic>
        <p:nvPicPr>
          <p:cNvPr id="11" name="Image 2" descr="icons/user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5328" y="3172968"/>
            <a:ext cx="420624" cy="42062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48640" y="2798064"/>
            <a:ext cx="978408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914400" y="290779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(الصلاحيات)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914400" y="3328416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التحكم بصلاحيات كل نوع مستخدم (تاجر / زبون) داخل النظام.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10515600" y="4306824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6" name="Image 3" descr="icons/layo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5328" y="4416552"/>
            <a:ext cx="420624" cy="42062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48640" y="4041648"/>
            <a:ext cx="9784080" cy="1170432"/>
          </a:xfrm>
          <a:prstGeom prst="roundRect">
            <a:avLst>
              <a:gd name="adj" fmla="val 7813"/>
            </a:avLst>
          </a:prstGeom>
          <a:solidFill>
            <a:srgbClr val="F7F5F3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914400" y="415137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UX/UI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914400" y="457200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تجربة وواجهة المستخدم لكل شاشات المنصة، بهوية بصرية موحّدة.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10515600" y="5550408"/>
            <a:ext cx="640080" cy="640080"/>
          </a:xfrm>
          <a:prstGeom prst="ellipse">
            <a:avLst/>
          </a:prstGeom>
          <a:solidFill>
            <a:srgbClr val="15532E"/>
          </a:solidFill>
          <a:ln/>
        </p:spPr>
      </p:sp>
      <p:pic>
        <p:nvPicPr>
          <p:cNvPr id="21" name="Image 4" descr="icons/githu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5328" y="5660136"/>
            <a:ext cx="420624" cy="420624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548640" y="5285232"/>
            <a:ext cx="978408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914400" y="539496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المشروع على GitHub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914400" y="5815584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توثيق الكود ورفعه بشكل منظم على مستودع GitHub.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55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 التقنية والنشر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4" name="Image 0" descr="brand_icons/logo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200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41732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15532E"/>
          </a:solidFill>
          <a:ln/>
        </p:spPr>
      </p:sp>
      <p:sp>
        <p:nvSpPr>
          <p:cNvPr id="6" name="Shape 3"/>
          <p:cNvSpPr/>
          <p:nvPr/>
        </p:nvSpPr>
        <p:spPr>
          <a:xfrm>
            <a:off x="9921240" y="1783080"/>
            <a:ext cx="777240" cy="77724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7" name="Image 1" descr="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920240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92240" y="2788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الاستضافة والتوثيق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6492240" y="3291840"/>
            <a:ext cx="484632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00" dirty="0">
                <a:solidFill>
                  <a:srgbClr val="DCEF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الواجهة البرمجية (API) مستضافة على Render، مع توثيق تفاعلي كامل عبر Swagger لكل نقاط الوصول الخاصة بالمصادقة والصلاحيات.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4937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ddawer.onrender.com/docs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141732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F7F5F3"/>
          </a:solidFill>
          <a:ln/>
        </p:spPr>
      </p:sp>
      <p:sp>
        <p:nvSpPr>
          <p:cNvPr id="12" name="Shape 8"/>
          <p:cNvSpPr/>
          <p:nvPr/>
        </p:nvSpPr>
        <p:spPr>
          <a:xfrm>
            <a:off x="914400" y="1783080"/>
            <a:ext cx="777240" cy="777240"/>
          </a:xfrm>
          <a:prstGeom prst="ellipse">
            <a:avLst/>
          </a:prstGeom>
          <a:solidFill>
            <a:srgbClr val="831842"/>
          </a:solidFill>
          <a:ln/>
        </p:spPr>
      </p:sp>
      <p:pic>
        <p:nvPicPr>
          <p:cNvPr id="13" name="Image 2" descr="icons/gith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19202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14400" y="2788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الكود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914400" y="32918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الكود مرفوع بشكل منظم على GitHub، بما يسمح بمتابعة التطور، مراجعة التغييرات، والتعاون بين أعضاء الفريق بسهولة.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5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0E3D22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5120640"/>
            <a:ext cx="3291840" cy="3291840"/>
          </a:xfrm>
          <a:prstGeom prst="ellipse">
            <a:avLst/>
          </a:prstGeom>
          <a:solidFill>
            <a:srgbClr val="0E3D2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الخطوات القادمة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195560" y="173736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955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5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664208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تفعيل تدفّق الطلب الكامل: من اختيار المنتج حتى التوصيل عبر ديلفري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95560" y="269748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1955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5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624328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ميزة تحديد أماكن الأغراض داخل السوبرماركت بواجهة الزبون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95560" y="365760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19556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5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584448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توصيل تصميم UX/UI مع الواجهة الفعلية للمنصة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66360" y="5212080"/>
            <a:ext cx="182880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399</Words>
  <Application>Microsoft Office PowerPoint</Application>
  <PresentationFormat>شاشة عريضة</PresentationFormat>
  <Paragraphs>85</Paragraphs>
  <Slides>8</Slides>
  <Notes>8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1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MARAH</cp:lastModifiedBy>
  <cp:revision>2</cp:revision>
  <dcterms:created xsi:type="dcterms:W3CDTF">2026-08-30T07:53:52Z</dcterms:created>
  <dcterms:modified xsi:type="dcterms:W3CDTF">2026-08-30T07:57:49Z</dcterms:modified>
</cp:coreProperties>
</file>